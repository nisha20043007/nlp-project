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1315" y="-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48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6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56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9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8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66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6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5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2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7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561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77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025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46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54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0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5447CB-B0F7-5565-7212-2F312346B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6810" y="1457393"/>
            <a:ext cx="6224487" cy="2541431"/>
          </a:xfrm>
        </p:spPr>
        <p:txBody>
          <a:bodyPr>
            <a:normAutofit/>
          </a:bodyPr>
          <a:lstStyle/>
          <a:p>
            <a:r>
              <a:rPr lang="en-US" sz="4400" dirty="0"/>
              <a:t>Question Answering System over Custom Documents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DB8984B-BE96-5509-2B17-EF8019ADE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4704" y="4676960"/>
            <a:ext cx="3128746" cy="2704342"/>
          </a:xfrm>
        </p:spPr>
        <p:txBody>
          <a:bodyPr/>
          <a:lstStyle/>
          <a:p>
            <a:r>
              <a:rPr lang="en-US" sz="2400" u="sng" dirty="0"/>
              <a:t>Presented by:</a:t>
            </a:r>
          </a:p>
          <a:p>
            <a:r>
              <a:rPr lang="en-IN" dirty="0"/>
              <a:t>Smriti Tiwari – 2201195</a:t>
            </a:r>
          </a:p>
          <a:p>
            <a:r>
              <a:rPr lang="en-IN" dirty="0"/>
              <a:t>Nandini Modi – 2201128</a:t>
            </a:r>
          </a:p>
          <a:p>
            <a:r>
              <a:rPr lang="en-IN" dirty="0" smtClean="0"/>
              <a:t>Nisha </a:t>
            </a:r>
            <a:r>
              <a:rPr lang="en-IN" dirty="0"/>
              <a:t>– 2201132</a:t>
            </a:r>
          </a:p>
        </p:txBody>
      </p:sp>
    </p:spTree>
    <p:extLst>
      <p:ext uri="{BB962C8B-B14F-4D97-AF65-F5344CB8AC3E}">
        <p14:creationId xmlns:p14="http://schemas.microsoft.com/office/powerpoint/2010/main" val="1591314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/>
              <a:t>Question Answering System over Custom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An NLP-powered application that answers user queries based on uploaded PDF documents.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Built using Streamlit, LangChain, FAISS, HuggingFace Embeddings, and Groq LLM.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rPr u="sng" dirty="0"/>
              <a:t>Objective:</a:t>
            </a:r>
          </a:p>
          <a:p>
            <a:pPr lvl="1">
              <a:defRPr sz="2200">
                <a:solidFill>
                  <a:srgbClr val="323232"/>
                </a:solidFill>
              </a:defRPr>
            </a:pPr>
            <a:r>
              <a:rPr dirty="0"/>
              <a:t>Upload custom documents</a:t>
            </a:r>
          </a:p>
          <a:p>
            <a:pPr lvl="1">
              <a:defRPr sz="2200">
                <a:solidFill>
                  <a:srgbClr val="323232"/>
                </a:solidFill>
              </a:defRPr>
            </a:pPr>
            <a:r>
              <a:rPr dirty="0"/>
              <a:t>Ask natural language questions</a:t>
            </a:r>
          </a:p>
          <a:p>
            <a:pPr lvl="1">
              <a:defRPr sz="2200">
                <a:solidFill>
                  <a:srgbClr val="323232"/>
                </a:solidFill>
              </a:defRPr>
            </a:pPr>
            <a:r>
              <a:rPr dirty="0"/>
              <a:t>Retrieve context-aware answers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The system uses embeddings and retrieval-based reasoning for domain-specific Q&amp;A.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1. </a:t>
            </a:r>
            <a:r>
              <a:rPr lang="en-US" dirty="0"/>
              <a:t> </a:t>
            </a:r>
            <a:r>
              <a:rPr dirty="0"/>
              <a:t>User uploads one or more PDF documents.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2. </a:t>
            </a:r>
            <a:r>
              <a:rPr lang="en-US" dirty="0"/>
              <a:t> </a:t>
            </a:r>
            <a:r>
              <a:rPr dirty="0"/>
              <a:t>Text is extracted using </a:t>
            </a:r>
            <a:r>
              <a:rPr dirty="0" err="1"/>
              <a:t>PyPDFLoader</a:t>
            </a:r>
            <a:r>
              <a:rPr dirty="0"/>
              <a:t>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3. </a:t>
            </a:r>
            <a:r>
              <a:rPr lang="en-US" dirty="0"/>
              <a:t> </a:t>
            </a:r>
            <a:r>
              <a:rPr dirty="0"/>
              <a:t>The text is split into manageable chunks.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4. </a:t>
            </a:r>
            <a:r>
              <a:rPr lang="en-US" dirty="0"/>
              <a:t> </a:t>
            </a:r>
            <a:r>
              <a:rPr dirty="0"/>
              <a:t>Each chunk is embedded using sentence-</a:t>
            </a:r>
            <a:r>
              <a:rPr lang="en-US" dirty="0"/>
              <a:t>     	</a:t>
            </a:r>
            <a:r>
              <a:rPr dirty="0"/>
              <a:t>transformers.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5. </a:t>
            </a:r>
            <a:r>
              <a:rPr lang="en-US" dirty="0"/>
              <a:t> </a:t>
            </a:r>
            <a:r>
              <a:rPr dirty="0"/>
              <a:t>Embeddings are indexed in FAISS for fast </a:t>
            </a:r>
            <a:r>
              <a:rPr lang="en-US" dirty="0"/>
              <a:t>	</a:t>
            </a:r>
            <a:r>
              <a:rPr dirty="0"/>
              <a:t>retrieval.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6. </a:t>
            </a:r>
            <a:r>
              <a:rPr lang="en-US" dirty="0"/>
              <a:t> </a:t>
            </a:r>
            <a:r>
              <a:rPr dirty="0"/>
              <a:t>User queries are embedded and compared.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7. </a:t>
            </a:r>
            <a:r>
              <a:rPr lang="en-US" dirty="0"/>
              <a:t> </a:t>
            </a:r>
            <a:r>
              <a:rPr dirty="0"/>
              <a:t>Relevant chunks are passed to </a:t>
            </a:r>
            <a:r>
              <a:rPr dirty="0" err="1"/>
              <a:t>Groq</a:t>
            </a:r>
            <a:r>
              <a:rPr dirty="0"/>
              <a:t> LLM for </a:t>
            </a:r>
            <a:r>
              <a:rPr lang="en-US" dirty="0"/>
              <a:t>	</a:t>
            </a:r>
            <a:r>
              <a:rPr dirty="0"/>
              <a:t>answer generation.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dirty="0"/>
              <a:t>8. </a:t>
            </a:r>
            <a:r>
              <a:rPr lang="en-US" dirty="0"/>
              <a:t> </a:t>
            </a:r>
            <a:r>
              <a:rPr dirty="0"/>
              <a:t>The final answer is displayed in </a:t>
            </a:r>
            <a:r>
              <a:rPr dirty="0" err="1"/>
              <a:t>Streamlit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rPr u="sng" dirty="0" err="1"/>
              <a:t>Streamlit</a:t>
            </a:r>
            <a:r>
              <a:rPr dirty="0"/>
              <a:t> </a:t>
            </a:r>
            <a:r>
              <a:rPr lang="en-IN" dirty="0"/>
              <a:t>→</a:t>
            </a:r>
            <a:r>
              <a:rPr dirty="0"/>
              <a:t> Frontend and user interface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u="sng" dirty="0" err="1"/>
              <a:t>PyPDFLoader</a:t>
            </a:r>
            <a:r>
              <a:rPr dirty="0"/>
              <a:t> </a:t>
            </a:r>
            <a:r>
              <a:rPr lang="en-IN" dirty="0"/>
              <a:t>→</a:t>
            </a:r>
            <a:r>
              <a:rPr dirty="0"/>
              <a:t> PDF text extraction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u="sng" dirty="0" err="1"/>
              <a:t>RecursiveCharacterTextSplitter</a:t>
            </a:r>
            <a:r>
              <a:rPr dirty="0"/>
              <a:t> </a:t>
            </a:r>
            <a:r>
              <a:rPr lang="en-IN" dirty="0"/>
              <a:t>→</a:t>
            </a:r>
            <a:r>
              <a:rPr dirty="0"/>
              <a:t> Document chunking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u="sng" dirty="0" err="1"/>
              <a:t>HuggingFace</a:t>
            </a:r>
            <a:r>
              <a:rPr u="sng" dirty="0"/>
              <a:t> Embeddings</a:t>
            </a:r>
            <a:r>
              <a:rPr lang="en-US" dirty="0"/>
              <a:t> </a:t>
            </a:r>
            <a:r>
              <a:rPr lang="en-IN" dirty="0"/>
              <a:t>→</a:t>
            </a:r>
            <a:r>
              <a:rPr dirty="0"/>
              <a:t> Vector representation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u="sng" dirty="0"/>
              <a:t>FAISS</a:t>
            </a:r>
            <a:r>
              <a:rPr dirty="0"/>
              <a:t> </a:t>
            </a:r>
            <a:r>
              <a:rPr lang="en-IN" dirty="0"/>
              <a:t>→</a:t>
            </a:r>
            <a:r>
              <a:rPr dirty="0"/>
              <a:t> Vector storage and retrieval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u="sng" dirty="0" err="1"/>
              <a:t>Groq</a:t>
            </a:r>
            <a:r>
              <a:rPr u="sng" dirty="0"/>
              <a:t> (Llama-3.1-8b-instant)</a:t>
            </a:r>
            <a:r>
              <a:rPr dirty="0"/>
              <a:t> </a:t>
            </a:r>
            <a:r>
              <a:rPr lang="en-IN" dirty="0"/>
              <a:t>→</a:t>
            </a:r>
            <a:r>
              <a:rPr dirty="0"/>
              <a:t> LLM for answer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NLP Pipeline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PDF Document  →  Text Extraction  →  Text Splitting  →  Embedding Generation  →  FAISS Index  →  Query Input  →  Retriever  →  LLM Response  →  Display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Multi-PDF upload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Automatic FAISS index creation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Efficient document retrieval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Context-based answering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User-friendly </a:t>
            </a:r>
            <a:r>
              <a:rPr dirty="0" err="1"/>
              <a:t>Streamlit</a:t>
            </a:r>
            <a:r>
              <a:rPr dirty="0"/>
              <a:t> interface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Fast performance using embeddings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Code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rPr dirty="0" err="1"/>
              <a:t>compute_bytes_hash</a:t>
            </a:r>
            <a:r>
              <a:rPr dirty="0"/>
              <a:t>() → Validates file uniqueness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 err="1"/>
              <a:t>create_new_index_from_paths</a:t>
            </a:r>
            <a:r>
              <a:rPr dirty="0"/>
              <a:t>() → Builds FAISS index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 err="1"/>
              <a:t>create_stuff_documents_chain</a:t>
            </a:r>
            <a:r>
              <a:rPr dirty="0"/>
              <a:t>() → Combines context and query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 err="1"/>
              <a:t>ChatGroq</a:t>
            </a:r>
            <a:r>
              <a:rPr dirty="0"/>
              <a:t>() → LLM integration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 err="1"/>
              <a:t>retrieval_chain.invoke</a:t>
            </a:r>
            <a:r>
              <a:rPr dirty="0"/>
              <a:t>() → Generates final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Example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Uploaded Document: 'Can Thought Exist Without Language?'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Query: 'What does Vygotsky argue about thought and language?'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Answer: 'Vygotsky suggests that thought and language develop independently in early life and later merge for complex reasoning.'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Domain-specific retrieval from custom data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Grounded and accurate responses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Fast FAISS retrieval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Extendable to any LLM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Easy to deploy via </a:t>
            </a:r>
            <a:r>
              <a:rPr dirty="0" err="1"/>
              <a:t>Streamlit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🔧 Add conversational memory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🔐 Secure document access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🧠 Support multiple LLMs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📈 Analytics for user queries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🌐 Cloud deployment options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Successfully built an intelligent Question Answering System that leverages retrieval-augmented generation.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The project demonstrates the synergy between NLP embeddings, vector search, and LLM-based reasoning for private document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40</TotalTime>
  <Words>353</Words>
  <Application>Microsoft Office PowerPoint</Application>
  <PresentationFormat>On-screen Show (4:3)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Question Answering System over Custom Documents</vt:lpstr>
      <vt:lpstr>Question Answering System over Custom Documents</vt:lpstr>
      <vt:lpstr>Introduction</vt:lpstr>
      <vt:lpstr>System Overview</vt:lpstr>
      <vt:lpstr>Technology Stack</vt:lpstr>
      <vt:lpstr>NLP Pipeline Chart</vt:lpstr>
      <vt:lpstr>Key Features</vt:lpstr>
      <vt:lpstr>Code Highlights</vt:lpstr>
      <vt:lpstr>Example Query</vt:lpstr>
      <vt:lpstr>Advantages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Answering System over Custom Documents</dc:title>
  <dc:subject/>
  <dc:creator>smriti</dc:creator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2025-11-07T14:28:38Z</dcterms:modified>
  <cp:category/>
</cp:coreProperties>
</file>